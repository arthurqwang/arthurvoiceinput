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1" autoAdjust="0"/>
    <p:restoredTop sz="94660"/>
  </p:normalViewPr>
  <p:slideViewPr>
    <p:cSldViewPr snapToGrid="0">
      <p:cViewPr>
        <p:scale>
          <a:sx n="100" d="100"/>
          <a:sy n="100" d="100"/>
        </p:scale>
        <p:origin x="-6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8E2-9554-4CC7-9D76-1DFB5DE692B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E051-E071-46E2-A7D4-EE0F46C64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138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8E2-9554-4CC7-9D76-1DFB5DE692B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E051-E071-46E2-A7D4-EE0F46C64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65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8E2-9554-4CC7-9D76-1DFB5DE692B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E051-E071-46E2-A7D4-EE0F46C64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414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8E2-9554-4CC7-9D76-1DFB5DE692B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E051-E071-46E2-A7D4-EE0F46C64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800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8E2-9554-4CC7-9D76-1DFB5DE692B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E051-E071-46E2-A7D4-EE0F46C64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33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8E2-9554-4CC7-9D76-1DFB5DE692B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E051-E071-46E2-A7D4-EE0F46C64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905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8E2-9554-4CC7-9D76-1DFB5DE692B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E051-E071-46E2-A7D4-EE0F46C64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310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8E2-9554-4CC7-9D76-1DFB5DE692B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E051-E071-46E2-A7D4-EE0F46C64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91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8E2-9554-4CC7-9D76-1DFB5DE692B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E051-E071-46E2-A7D4-EE0F46C64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357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8E2-9554-4CC7-9D76-1DFB5DE692B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E051-E071-46E2-A7D4-EE0F46C64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660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8E2-9554-4CC7-9D76-1DFB5DE692B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1E051-E071-46E2-A7D4-EE0F46C64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026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0B8E2-9554-4CC7-9D76-1DFB5DE692B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1E051-E071-46E2-A7D4-EE0F46C64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10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615297" y="846034"/>
            <a:ext cx="630301" cy="8789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15297" y="709301"/>
            <a:ext cx="6303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 smtClean="0"/>
              <a:t>A</a:t>
            </a:r>
            <a:endParaRPr lang="zh-CN" altLang="en-US" sz="6000" dirty="0"/>
          </a:p>
        </p:txBody>
      </p:sp>
      <p:sp>
        <p:nvSpPr>
          <p:cNvPr id="6" name="文本框 5"/>
          <p:cNvSpPr txBox="1"/>
          <p:nvPr/>
        </p:nvSpPr>
        <p:spPr>
          <a:xfrm>
            <a:off x="3058722" y="2682637"/>
            <a:ext cx="7328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 smtClean="0"/>
              <a:t>W</a:t>
            </a:r>
            <a:endParaRPr lang="zh-CN" altLang="en-US" sz="4800" dirty="0"/>
          </a:p>
        </p:txBody>
      </p:sp>
      <p:sp>
        <p:nvSpPr>
          <p:cNvPr id="7" name="文本框 6"/>
          <p:cNvSpPr txBox="1"/>
          <p:nvPr/>
        </p:nvSpPr>
        <p:spPr>
          <a:xfrm flipV="1">
            <a:off x="4409630" y="358924"/>
            <a:ext cx="1821332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9900" dirty="0" smtClean="0"/>
              <a:t>U</a:t>
            </a:r>
            <a:endParaRPr lang="zh-CN" altLang="en-US" sz="19900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5041164" y="2213361"/>
            <a:ext cx="558263" cy="0"/>
          </a:xfrm>
          <a:prstGeom prst="line">
            <a:avLst/>
          </a:prstGeom>
          <a:ln w="2032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4409630" y="1669008"/>
            <a:ext cx="1844626" cy="1844626"/>
            <a:chOff x="4409630" y="1669008"/>
            <a:chExt cx="1844626" cy="1844626"/>
          </a:xfrm>
        </p:grpSpPr>
        <p:grpSp>
          <p:nvGrpSpPr>
            <p:cNvPr id="31" name="组合 30"/>
            <p:cNvGrpSpPr/>
            <p:nvPr/>
          </p:nvGrpSpPr>
          <p:grpSpPr>
            <a:xfrm>
              <a:off x="4907553" y="2745145"/>
              <a:ext cx="848780" cy="546652"/>
              <a:chOff x="4907553" y="2745145"/>
              <a:chExt cx="848780" cy="546652"/>
            </a:xfrm>
          </p:grpSpPr>
          <p:cxnSp>
            <p:nvCxnSpPr>
              <p:cNvPr id="17" name="直接连接符 16"/>
              <p:cNvCxnSpPr/>
              <p:nvPr/>
            </p:nvCxnSpPr>
            <p:spPr>
              <a:xfrm flipH="1">
                <a:off x="4907553" y="2745145"/>
                <a:ext cx="410847" cy="546652"/>
              </a:xfrm>
              <a:prstGeom prst="line">
                <a:avLst/>
              </a:prstGeom>
              <a:ln w="165100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>
                <a:off x="5345486" y="2745145"/>
                <a:ext cx="410847" cy="546652"/>
              </a:xfrm>
              <a:prstGeom prst="line">
                <a:avLst/>
              </a:prstGeom>
              <a:ln w="165100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空心弧 28"/>
            <p:cNvSpPr/>
            <p:nvPr/>
          </p:nvSpPr>
          <p:spPr>
            <a:xfrm flipV="1">
              <a:off x="4409630" y="1669008"/>
              <a:ext cx="1844626" cy="1844626"/>
            </a:xfrm>
            <a:prstGeom prst="blockArc">
              <a:avLst>
                <a:gd name="adj1" fmla="val 10800000"/>
                <a:gd name="adj2" fmla="val 40567"/>
                <a:gd name="adj3" fmla="val 11299"/>
              </a:avLst>
            </a:prstGeom>
            <a:solidFill>
              <a:schemeClr val="tx1"/>
            </a:solidFill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7400925" y="1590675"/>
            <a:ext cx="3267075" cy="3267075"/>
            <a:chOff x="7400925" y="1590675"/>
            <a:chExt cx="3267075" cy="3267075"/>
          </a:xfrm>
        </p:grpSpPr>
        <p:sp>
          <p:nvSpPr>
            <p:cNvPr id="53" name="椭圆 52"/>
            <p:cNvSpPr/>
            <p:nvPr/>
          </p:nvSpPr>
          <p:spPr>
            <a:xfrm>
              <a:off x="7400925" y="1590675"/>
              <a:ext cx="3267075" cy="32670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4" name="组合 53"/>
            <p:cNvGrpSpPr/>
            <p:nvPr/>
          </p:nvGrpSpPr>
          <p:grpSpPr>
            <a:xfrm>
              <a:off x="8112149" y="1912578"/>
              <a:ext cx="1844626" cy="2623268"/>
              <a:chOff x="8112149" y="1724964"/>
              <a:chExt cx="1844626" cy="2623268"/>
            </a:xfrm>
            <a:solidFill>
              <a:schemeClr val="bg1"/>
            </a:solidFill>
          </p:grpSpPr>
          <p:grpSp>
            <p:nvGrpSpPr>
              <p:cNvPr id="44" name="组合 43"/>
              <p:cNvGrpSpPr/>
              <p:nvPr/>
            </p:nvGrpSpPr>
            <p:grpSpPr>
              <a:xfrm>
                <a:off x="8112149" y="2185612"/>
                <a:ext cx="1844626" cy="1844626"/>
                <a:chOff x="7976403" y="3098135"/>
                <a:chExt cx="1844626" cy="1844626"/>
              </a:xfrm>
              <a:grpFill/>
            </p:grpSpPr>
            <p:grpSp>
              <p:nvGrpSpPr>
                <p:cNvPr id="34" name="组合 33"/>
                <p:cNvGrpSpPr/>
                <p:nvPr/>
              </p:nvGrpSpPr>
              <p:grpSpPr>
                <a:xfrm>
                  <a:off x="8474326" y="4174272"/>
                  <a:ext cx="848780" cy="546652"/>
                  <a:chOff x="4907553" y="2745145"/>
                  <a:chExt cx="848780" cy="546652"/>
                </a:xfrm>
                <a:grpFill/>
              </p:grpSpPr>
              <p:cxnSp>
                <p:nvCxnSpPr>
                  <p:cNvPr id="36" name="直接连接符 35"/>
                  <p:cNvCxnSpPr/>
                  <p:nvPr/>
                </p:nvCxnSpPr>
                <p:spPr>
                  <a:xfrm flipH="1">
                    <a:off x="4907553" y="2745145"/>
                    <a:ext cx="410847" cy="546652"/>
                  </a:xfrm>
                  <a:prstGeom prst="line">
                    <a:avLst/>
                  </a:prstGeom>
                  <a:grpFill/>
                  <a:ln w="165100" cap="rnd">
                    <a:solidFill>
                      <a:schemeClr val="bg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连接符 36"/>
                  <p:cNvCxnSpPr/>
                  <p:nvPr/>
                </p:nvCxnSpPr>
                <p:spPr>
                  <a:xfrm>
                    <a:off x="5345486" y="2745145"/>
                    <a:ext cx="410847" cy="546652"/>
                  </a:xfrm>
                  <a:prstGeom prst="line">
                    <a:avLst/>
                  </a:prstGeom>
                  <a:grpFill/>
                  <a:ln w="165100" cap="rnd">
                    <a:solidFill>
                      <a:schemeClr val="bg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5" name="空心弧 34"/>
                <p:cNvSpPr/>
                <p:nvPr/>
              </p:nvSpPr>
              <p:spPr>
                <a:xfrm flipV="1">
                  <a:off x="7976403" y="3098135"/>
                  <a:ext cx="1844626" cy="1844626"/>
                </a:xfrm>
                <a:prstGeom prst="blockArc">
                  <a:avLst>
                    <a:gd name="adj1" fmla="val 10800000"/>
                    <a:gd name="adj2" fmla="val 40567"/>
                    <a:gd name="adj3" fmla="val 11299"/>
                  </a:avLst>
                </a:prstGeom>
                <a:grpFill/>
                <a:ln cap="rnd">
                  <a:noFill/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8526682" y="1724964"/>
                <a:ext cx="1015560" cy="1372980"/>
                <a:chOff x="8385593" y="1724964"/>
                <a:chExt cx="1015560" cy="1372980"/>
              </a:xfrm>
              <a:grpFill/>
            </p:grpSpPr>
            <p:sp>
              <p:nvSpPr>
                <p:cNvPr id="30" name="空心弧 29"/>
                <p:cNvSpPr/>
                <p:nvPr/>
              </p:nvSpPr>
              <p:spPr>
                <a:xfrm>
                  <a:off x="8385593" y="1724964"/>
                  <a:ext cx="1015200" cy="1020181"/>
                </a:xfrm>
                <a:prstGeom prst="blockArc">
                  <a:avLst>
                    <a:gd name="adj1" fmla="val 10800000"/>
                    <a:gd name="adj2" fmla="val 5"/>
                    <a:gd name="adj3" fmla="val 19154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>
                <a:xfrm>
                  <a:off x="8385593" y="2213361"/>
                  <a:ext cx="194400" cy="88458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9206753" y="2213361"/>
                  <a:ext cx="194400" cy="88458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0" name="矩形 39"/>
              <p:cNvSpPr/>
              <p:nvPr/>
            </p:nvSpPr>
            <p:spPr>
              <a:xfrm rot="5400000">
                <a:off x="8942694" y="2602802"/>
                <a:ext cx="1908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6" name="直接连接符 45"/>
              <p:cNvCxnSpPr/>
              <p:nvPr/>
            </p:nvCxnSpPr>
            <p:spPr>
              <a:xfrm>
                <a:off x="9034462" y="4010360"/>
                <a:ext cx="0" cy="268356"/>
              </a:xfrm>
              <a:prstGeom prst="line">
                <a:avLst/>
              </a:prstGeom>
              <a:grpFill/>
              <a:ln w="2286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flipH="1">
                <a:off x="8561641" y="4345694"/>
                <a:ext cx="945643" cy="2538"/>
              </a:xfrm>
              <a:prstGeom prst="line">
                <a:avLst/>
              </a:prstGeom>
              <a:grpFill/>
              <a:ln w="2286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57459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</dc:creator>
  <cp:lastModifiedBy>W</cp:lastModifiedBy>
  <cp:revision>3</cp:revision>
  <dcterms:created xsi:type="dcterms:W3CDTF">2026-08-20T02:26:43Z</dcterms:created>
  <dcterms:modified xsi:type="dcterms:W3CDTF">2026-08-20T02:33:25Z</dcterms:modified>
</cp:coreProperties>
</file>